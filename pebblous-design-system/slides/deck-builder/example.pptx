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contact@pebblous.ai" TargetMode="External"/><Relationship Id="rId3" Type="http://schemas.openxmlformats.org/officeDocument/2006/relationships/hyperlink" Target="https://pebblous.ai/" TargetMode="External"/><Relationship Id="rId4" Type="http://schemas.openxmlformats.org/officeDocument/2006/relationships/hyperlink" Target="https://dataclinic.ai/" TargetMode="External"/><Relationship Id="rId1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6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ubi/Documents/skills/스킬/Pebblous-SKILLS/pebblous-design-system/assets/logos/Pebblo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828754" cy="2441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695" y="502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Pebblous Make Data Tangible</a:t>
            </a:r>
            <a:endParaRPr lang="en-US" sz="1800" dirty="0"/>
          </a:p>
        </p:txBody>
      </p:sp>
      <p:pic>
        <p:nvPicPr>
          <p:cNvPr id="4" name="Image 1" descr="/Users/subi/Documents/skills/스킬/Pebblous-SKILLS/pebblous-design-system/slides/deck-builder/assets-png/pebble/Pebble-9_alpha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3558388" y="891540"/>
            <a:ext cx="5074920" cy="5074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26060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Q1 Data Clinic 도입 리포트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보고서 자동 생성 파이프라인 도입 결과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899855" y="5760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2026-05-15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899855" y="6126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페블러스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ubi/Documents/skills/스킬/Pebblous-SKILLS/pebblous-design-system/assets/logos/Pebblou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828754" cy="244145"/>
          </a:xfrm>
          <a:prstGeom prst="rect">
            <a:avLst/>
          </a:prstGeom>
        </p:spPr>
      </p:pic>
      <p:pic>
        <p:nvPicPr>
          <p:cNvPr id="3" name="Image 1" descr="/Users/subi/Documents/skills/스킬/Pebblous-SKILLS/pebblous-design-system/assets/pebble/Pebble-99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831275" y="1028700"/>
            <a:ext cx="4800600" cy="4800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194560"/>
            <a:ext cx="6705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6825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01   </a:t>
            </a:r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배경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731520" y="2834640"/>
            <a:ext cx="6705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6825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02   </a:t>
            </a:r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Clinic 개요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31520" y="3474720"/>
            <a:ext cx="6705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6825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03   </a:t>
            </a:r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성과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31520" y="4114800"/>
            <a:ext cx="6705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6825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04   </a:t>
            </a:r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배경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4484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품질 비용은 매년 증가합니다</a:t>
            </a:r>
            <a:endParaRPr lang="en-US" sz="3600" dirty="0"/>
          </a:p>
        </p:txBody>
      </p:sp>
      <p:pic>
        <p:nvPicPr>
          <p:cNvPr id="4" name="Image 0" descr="/Users/subi/Documents/skills/스킬/Pebblous-SKILLS/pebblous-design-system/assets/logos/Pebblou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502920"/>
            <a:ext cx="1219170" cy="1627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페블러스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1020686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데이터 운영 인건비는 연 12% 속도로 증가하고 있습니다</a:t>
            </a:r>
            <a:endParaRPr lang="en-US" sz="2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리포트 1건 작성에 평균 3.6시간이 소요됩니다</a:t>
            </a:r>
            <a:endParaRPr lang="en-US" sz="2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품질 이슈로 인한 의사결정 지연은 분기당 평균 9일입니다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4800600"/>
            <a:ext cx="109846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120640"/>
            <a:ext cx="38405" cy="914400"/>
          </a:xfrm>
          <a:prstGeom prst="rect">
            <a:avLst/>
          </a:prstGeom>
          <a:solidFill>
            <a:srgbClr val="F86825"/>
          </a:solidFill>
          <a:ln w="12700">
            <a:solidFill>
              <a:srgbClr val="F86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5120640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자동화로 작성 시간을 84% 절감할 수 있습니다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Clinic 개요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4484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번의 업로드로 Diagnosis Report 가 자동 생성됩니다</a:t>
            </a:r>
            <a:endParaRPr lang="en-US" sz="3600" dirty="0"/>
          </a:p>
        </p:txBody>
      </p:sp>
      <p:pic>
        <p:nvPicPr>
          <p:cNvPr id="4" name="Image 0" descr="/Users/subi/Documents/skills/스킬/Pebblous-SKILLS/pebblous-design-system/assets/logos/Pebblou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502920"/>
            <a:ext cx="1219170" cy="1627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페블러스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10206862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진입은 파일 업로드 한 번으로 끝납니다</a:t>
            </a:r>
            <a:endParaRPr lang="en-US" sz="2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추정과 결측 패턴 분석은 모델이 자동 수행합니다</a:t>
            </a:r>
            <a:endParaRPr lang="en-US" sz="2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산출물은 PDF Diagnosis Report 와 인터랙티브 대시보드 두 형태로 제공됩니다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성과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4484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6개 팀 평균 진단 시간이 3.6시간에서 32분으로 단축되었습니다</a:t>
            </a:r>
            <a:endParaRPr lang="en-US" sz="3600" dirty="0"/>
          </a:p>
        </p:txBody>
      </p:sp>
      <p:pic>
        <p:nvPicPr>
          <p:cNvPr id="4" name="Image 0" descr="/Users/subi/Documents/skills/스킬/Pebblous-SKILLS/pebblous-design-system/assets/logos/Pebblou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502920"/>
            <a:ext cx="1219170" cy="1627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페블러스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1020686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리드타임 평균 -85%</a:t>
            </a:r>
            <a:endParaRPr lang="en-US" sz="2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재작업률 -42%</a:t>
            </a:r>
            <a:endParaRPr lang="en-US" sz="2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분석가 1인당 월간 진단 건수 +3.2배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4800600"/>
            <a:ext cx="109846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120640"/>
            <a:ext cx="38405" cy="914400"/>
          </a:xfrm>
          <a:prstGeom prst="rect">
            <a:avLst/>
          </a:prstGeom>
          <a:solidFill>
            <a:srgbClr val="F86825"/>
          </a:solidFill>
          <a:ln w="12700">
            <a:solidFill>
              <a:srgbClr val="F86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5120640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KPI 3종 모두 목표치를 상회했습니다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4484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H2 에 PebbloScope 연동을 일반 공개합니다</a:t>
            </a:r>
            <a:endParaRPr lang="en-US" sz="3600" dirty="0"/>
          </a:p>
        </p:txBody>
      </p:sp>
      <p:pic>
        <p:nvPicPr>
          <p:cNvPr id="4" name="Image 0" descr="/Users/subi/Documents/skills/스킬/Pebblous-SKILLS/pebblous-design-system/assets/logos/Pebblou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502920"/>
            <a:ext cx="1219170" cy="1627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페블러스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10206862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6월: 사내 베타 종료, 외부 파일럿 5개사 모집</a:t>
            </a:r>
            <a:endParaRPr lang="en-US" sz="2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8월: PebbloScope 연동 GA</a:t>
            </a:r>
            <a:endParaRPr lang="en-US" sz="2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10월: PebbloSim 시나리오 시뮬레이션 모듈 통합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6825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Pebblous Makes Data Tangible</a:t>
            </a:r>
            <a:endParaRPr lang="en-US" sz="1800" dirty="0"/>
          </a:p>
        </p:txBody>
      </p:sp>
      <p:pic>
        <p:nvPicPr>
          <p:cNvPr id="3" name="Image 0" descr="/Users/subi/Documents/skills/스킬/Pebblous-SKILLS/pebblous-design-system/assets/logos/Pebblou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255" y="457200"/>
            <a:ext cx="1828754" cy="244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3545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-150" kern="0" dirty="0">
                <a:solidFill>
                  <a:srgbClr val="F86825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Thank you.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48640" y="36347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· 협업 제안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0462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1A1A1A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contact@pebblous.ai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  ·  </a:t>
            </a:r>
            <a:pPr indent="0" marL="0">
              <a:buNone/>
            </a:pPr>
            <a:r>
              <a:rPr lang="en-US" sz="2400" u="sng" dirty="0">
                <a:solidFill>
                  <a:srgbClr val="1A1A1A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pebblous.ai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</a:rPr>
              <a:t>  ·  </a:t>
            </a:r>
            <a:pPr indent="0" marL="0">
              <a:buNone/>
            </a:pPr>
            <a:r>
              <a:rPr lang="en-US" sz="2400" u="sng" dirty="0">
                <a:solidFill>
                  <a:srgbClr val="1A1A1A"/>
                </a:solidFill>
                <a:latin typeface="TT Firs Neue" pitchFamily="34" charset="0"/>
                <a:ea typeface="TT Firs Neue" pitchFamily="34" charset="-122"/>
                <a:cs typeface="TT Firs Neue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dataclinic.ai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682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페블러스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페블러스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페블러스</dc:creator>
  <cp:lastModifiedBy>페블러스</cp:lastModifiedBy>
  <cp:revision>1</cp:revision>
  <dcterms:created xsi:type="dcterms:W3CDTF">2026-05-15T08:05:28Z</dcterms:created>
  <dcterms:modified xsi:type="dcterms:W3CDTF">2026-05-15T08:05:28Z</dcterms:modified>
</cp:coreProperties>
</file>